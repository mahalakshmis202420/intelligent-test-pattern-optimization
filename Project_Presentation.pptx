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Intelligent Test Pattern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Digital Circuit Testing |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Generate test patterns and target faults</a:t>
            </a:r>
          </a:p>
          <a:p>
            <a:pPr>
              <a:defRPr sz="2200"/>
            </a:pPr>
            <a:r>
              <a:t>Rank/select patterns to detect faults efficiently</a:t>
            </a:r>
          </a:p>
          <a:p>
            <a:pPr>
              <a:defRPr sz="2200"/>
            </a:pPr>
            <a:r>
              <a:t>Compare AI-assisted selection with basic and random strategies</a:t>
            </a:r>
          </a:p>
          <a:p>
            <a:pPr>
              <a:defRPr sz="2200"/>
            </a:pPr>
            <a:r>
              <a:t>Measure coverage, number of patterns, and runtime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 Under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Inputs: a, b, c, d; outputs: y0, y1, y2</a:t>
            </a:r>
          </a:p>
          <a:p>
            <a:pPr>
              <a:defRPr sz="2200"/>
            </a:pPr>
            <a:r>
              <a:t>n1 = a XOR b; n2 = c AND d</a:t>
            </a:r>
          </a:p>
          <a:p>
            <a:pPr>
              <a:defRPr sz="2200"/>
            </a:pPr>
            <a:r>
              <a:t>n3 = a OR c; n4 = NOT(b AND d)</a:t>
            </a:r>
          </a:p>
          <a:p>
            <a:pPr>
              <a:defRPr sz="2200"/>
            </a:pPr>
            <a:r>
              <a:t>y0 = n1 XOR n2; y1 = n3 AND n4; y2 = y0 OR y1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Fault Model and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7 nodes × SA0/SA1 = 14 target faults</a:t>
            </a:r>
          </a:p>
          <a:p>
            <a:pPr>
              <a:defRPr sz="2200"/>
            </a:pPr>
            <a:r>
              <a:t>A fault is detected if any output changes</a:t>
            </a:r>
          </a:p>
          <a:p>
            <a:pPr>
              <a:defRPr sz="2200"/>
            </a:pPr>
            <a:r>
              <a:t>Exhaustive generation: 2⁴ = 16 input patterns</a:t>
            </a:r>
          </a:p>
          <a:p>
            <a:pPr>
              <a:defRPr sz="2200"/>
            </a:pPr>
            <a:r>
              <a:t>Detection matrix stores detected/not-detected for each pattern/fault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Features: input bits, number of ones, transitions, balanced-bit flag</a:t>
            </a:r>
          </a:p>
          <a:p>
            <a:pPr>
              <a:defRPr sz="2200"/>
            </a:pPr>
            <a:r>
              <a:t>Target: number of faults detected per pattern</a:t>
            </a:r>
          </a:p>
          <a:p>
            <a:pPr>
              <a:defRPr sz="2200"/>
            </a:pPr>
            <a:r>
              <a:t>RandomForestRegressor with 250 trees</a:t>
            </a:r>
          </a:p>
          <a:p>
            <a:pPr>
              <a:defRPr sz="2200"/>
            </a:pPr>
            <a:r>
              <a:t>Greedy coverage selector avoids redundant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AI: 4 patterns, 92.9% coverage</a:t>
            </a:r>
          </a:p>
          <a:p>
            <a:pPr>
              <a:defRPr sz="2200"/>
            </a:pPr>
            <a:r>
              <a:t>Basic: 4 patterns, 92.9% coverage</a:t>
            </a:r>
          </a:p>
          <a:p>
            <a:pPr>
              <a:defRPr sz="2200"/>
            </a:pPr>
            <a:r>
              <a:t>Random mean: 3.77 patterns, 94.9% mean coverage</a:t>
            </a:r>
          </a:p>
          <a:p>
            <a:pPr>
              <a:defRPr sz="2200"/>
            </a:pPr>
            <a:r>
              <a:t>See results/strategy_comparison.csv for the full data. AI is not guaranteed to outperform baselines.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Python, NumPy, Pandas, scikit-learn</a:t>
            </a:r>
          </a:p>
          <a:p>
            <a:pPr>
              <a:defRPr sz="2200"/>
            </a:pPr>
            <a:r>
              <a:t>Install: python -m pip install -r requirements.txt</a:t>
            </a:r>
          </a:p>
          <a:p>
            <a:pPr>
              <a:defRPr sz="2200"/>
            </a:pPr>
            <a:r>
              <a:t>Run: python src/main.py</a:t>
            </a:r>
          </a:p>
          <a:p>
            <a:pPr>
              <a:defRPr sz="2200"/>
            </a:pPr>
            <a:r>
              <a:t>Fixed random seed; 100 random-order trials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Small educational circuit; not industrial ATPG</a:t>
            </a:r>
          </a:p>
          <a:p>
            <a:pPr>
              <a:defRPr sz="2200"/>
            </a:pPr>
            <a:r>
              <a:t>Only single stuck-at faults</a:t>
            </a:r>
          </a:p>
          <a:p>
            <a:pPr>
              <a:defRPr sz="2200"/>
            </a:pPr>
            <a:r>
              <a:t>Extend to larger benchmarks and Verilog simulation</a:t>
            </a:r>
          </a:p>
          <a:p>
            <a:pPr>
              <a:defRPr sz="2200"/>
            </a:pPr>
            <a:r>
              <a:t>Add structural features and compare with ATPG methods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Complete pipeline: patterns → fault simulation → ranking → selection</a:t>
            </a:r>
          </a:p>
          <a:p>
            <a:pPr>
              <a:defRPr sz="2200"/>
            </a:pPr>
            <a:r>
              <a:t>Report actual fault coverage rather than only AI scores</a:t>
            </a:r>
          </a:p>
          <a:p>
            <a:pPr>
              <a:defRPr sz="2200"/>
            </a:pPr>
            <a:r>
              <a:t>Code, datasets, report, and presentation are included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